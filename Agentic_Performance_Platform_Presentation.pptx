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Presented to: [Stakeholder Name/Team]</a:t>
            </a:r>
          </a:p>
          <a:p>
            <a:r>
              <a:t>Date: [Current Date]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Diagram Suggestion: Two boxes. 'E-Commerce Web App' and 'Performance Platform'. Arrow from Platform to App labeled 'Tests &amp; Experiments'. Arrow from App to Platform labeled 'Observes Logs &amp; Metrics'.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Diagram Suggestion: A CI/CD pipeline flow on the top half, and the application architecture flow on the bottom half.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Return on Investment (ROI): By finding performance and resilience issues earlier, we reduce the risk of costly production outages and improve customer satisfaction.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The Future of Resilience Engineering:</a:t>
            </a:r>
          </a:p>
          <a:p>
            <a:r>
              <a:t>An Agentic Performance &amp; Chaos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/>
            </a:pPr>
            <a:r>
              <a:t>A Smart, Autonomous, and Cost-Optimized Testing Ecosystem on AWS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2801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/>
            </a:pPr>
            <a:r>
              <a:t>The Problem: The High Cost of Traditional Performance Testing</a:t>
            </a:r>
          </a:p>
          <a:p>
            <a:pPr>
              <a:defRPr sz="2200"/>
            </a:pPr>
            <a:r>
              <a:t>Our Vision: A Shift Towards Autonomous Resilience Engineering</a:t>
            </a:r>
          </a:p>
          <a:p>
            <a:pPr>
              <a:defRPr sz="2200"/>
            </a:pPr>
            <a:r>
              <a:t>The Solution: The Agentic Performance &amp; Chaos Platform</a:t>
            </a:r>
          </a:p>
          <a:p>
            <a:pPr>
              <a:defRPr sz="2200"/>
            </a:pPr>
            <a:r>
              <a:t>Core Features &amp; Advantages</a:t>
            </a:r>
          </a:p>
          <a:p>
            <a:pPr>
              <a:defRPr sz="2200"/>
            </a:pPr>
            <a:r>
              <a:t>Architecture Deep Dive &amp; Prototype in Action</a:t>
            </a:r>
          </a:p>
          <a:p>
            <a:pPr>
              <a:defRPr sz="2200"/>
            </a:pPr>
            <a:r>
              <a:t>The Business Impact: Cost Savings &amp; ROI</a:t>
            </a:r>
          </a:p>
          <a:p>
            <a:pPr>
              <a:defRPr sz="2200"/>
            </a:pPr>
            <a:r>
              <a:t>Prerequisites &amp; Next Steps</a:t>
            </a:r>
          </a:p>
          <a:p>
            <a:pPr>
              <a:defRPr sz="2200"/>
            </a:pPr>
            <a:r>
              <a:t>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Problem: The Old Way is Broken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2286000"/>
          <a:ext cx="12801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67200"/>
                <a:gridCol w="4267200"/>
                <a:gridCol w="4267200"/>
              </a:tblGrid>
              <a:tr h="73152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Challenge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Impact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Manual Scripting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Expert engineers spend weeks writing brittle JMeter/LoadRunner scripts.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 Effort &amp; Cost, Slow time-to-market.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Siloed Tools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Performance results, server metrics, and chaos tests are in different systems.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Incomplete Picture, Difficult to correlate cause and effect.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Static Environments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Requires dedicated, always-on servers for test controllers and load generators.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 Infrastructure Cost, Maintenance overhead.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Lack of Realism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Tests are based on assumptions, not real user behavior.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False Sense of Security, Production incidents still occur.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Vision: A Smarter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2801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/>
            </a:pPr>
            <a:r>
              <a:t>To create a self-healing, intelligent platform that autonomously validates the performance and resilience of our applications.</a:t>
            </a:r>
          </a:p>
          <a:p>
            <a:pPr>
              <a:defRPr sz="2200"/>
            </a:pPr>
            <a:r>
              <a:t>Driven by real production data.</a:t>
            </a:r>
          </a:p>
          <a:p>
            <a:pPr>
              <a:defRPr sz="2200"/>
            </a:pPr>
            <a:r>
              <a:t>Controlled by natural language.</a:t>
            </a:r>
          </a:p>
          <a:p>
            <a:pPr lvl="1">
              <a:defRPr b="0" sz="2200"/>
            </a:pPr>
            <a:r>
              <a:t>Moving from manual testing to autonomous observation and experimentation.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Solution: Agentic Performance &amp; Chaos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2801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/>
            </a:pPr>
            <a:r>
              <a:t>A separate, independent platform that observes and tests the target application.</a:t>
            </a:r>
          </a:p>
          <a:p>
            <a:pPr>
              <a:defRPr sz="2200"/>
            </a:pPr>
            <a:r>
              <a:t>Chatbot-driven for ease of use.</a:t>
            </a:r>
          </a:p>
          <a:p>
            <a:pPr>
              <a:defRPr sz="2200"/>
            </a:pPr>
            <a:r>
              <a:t>Combines Performance Testing and Chaos Engineering.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Features: What Makes It Smart?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2801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2200"/>
            </a:pPr>
            <a:r>
              <a:t>Chatbot-Driven (AWS Lex):</a:t>
            </a:r>
          </a:p>
          <a:p>
            <a:pPr lvl="1">
              <a:defRPr b="0" sz="2200"/>
            </a:pPr>
            <a:r>
              <a:t>No more complex UIs. Users interact via natural language.</a:t>
            </a:r>
          </a:p>
          <a:p>
            <a:pPr lvl="2">
              <a:defRPr b="0" sz="2200"/>
            </a:pPr>
            <a:r>
              <a:t>'Run a stress test with 1000 users for 15 minutes.'</a:t>
            </a:r>
          </a:p>
          <a:p>
            <a:pPr>
              <a:defRPr b="1" sz="2200"/>
            </a:pPr>
            <a:r>
              <a:t>Automated 'Smart' Scripting:</a:t>
            </a:r>
          </a:p>
          <a:p>
            <a:pPr lvl="1">
              <a:defRPr b="0" sz="2200"/>
            </a:pPr>
            <a:r>
              <a:t>Analyzes real production logs to automatically generate complex JMeter scripts (Pacing, Think Time, Correlation).</a:t>
            </a:r>
          </a:p>
          <a:p>
            <a:pPr>
              <a:defRPr b="1" sz="2200"/>
            </a:pPr>
            <a:r>
              <a:t>Integrated Chaos Engineering:</a:t>
            </a:r>
          </a:p>
          <a:p>
            <a:pPr lvl="1">
              <a:defRPr b="0" sz="2200"/>
            </a:pPr>
            <a:r>
              <a:t>Uses AWS Systems Manager (SSM) to inject real-world failures (CPU stress, latency).</a:t>
            </a:r>
          </a:p>
          <a:p>
            <a:pPr>
              <a:defRPr b="1" sz="2200"/>
            </a:pPr>
            <a:r>
              <a:t>Intelligent, Correlated Reporting:</a:t>
            </a:r>
          </a:p>
          <a:p>
            <a:pPr lvl="1">
              <a:defRPr b="0" sz="2200"/>
            </a:pPr>
            <a:r>
              <a:t>Automatically combines JMeter results with AWS CloudWatch metrics into a single, actionable report.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Advantages: A Game-Changer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2801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2200"/>
            </a:pPr>
            <a:r>
              <a:t>Speed:</a:t>
            </a:r>
            <a:r>
              <a:rPr b="0"/>
              <a:t> Reduce test creation time from weeks to minutes.</a:t>
            </a:r>
          </a:p>
          <a:p>
            <a:pPr>
              <a:defRPr b="1" sz="2200"/>
            </a:pPr>
            <a:r>
              <a:t>Realism:</a:t>
            </a:r>
            <a:r>
              <a:rPr b="0"/>
              <a:t> Tests are based on actual production traffic, not guesswork.</a:t>
            </a:r>
          </a:p>
          <a:p>
            <a:pPr>
              <a:defRPr b="1" sz="2200"/>
            </a:pPr>
            <a:r>
              <a:t>Cost-Efficiency:</a:t>
            </a:r>
            <a:r>
              <a:rPr b="0"/>
              <a:t> Serverless &amp; Fargate Spot save up to 90-95% on infrastructure costs.</a:t>
            </a:r>
          </a:p>
          <a:p>
            <a:pPr>
              <a:defRPr b="1" sz="2200"/>
            </a:pPr>
            <a:r>
              <a:t>Unified View:</a:t>
            </a:r>
            <a:r>
              <a:rPr b="0"/>
              <a:t> A single platform for performance and chaos provides a holistic view of resilience.</a:t>
            </a:r>
          </a:p>
          <a:p>
            <a:pPr>
              <a:defRPr b="1" sz="2200"/>
            </a:pPr>
            <a:r>
              <a:t>Accessibility:</a:t>
            </a:r>
            <a:r>
              <a:rPr b="0"/>
              <a:t> Empowers more team members to run sophisticated tests via a simple chatbot.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Deep Dive: Application &amp;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2801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2200"/>
            </a:pPr>
            <a:r>
              <a:t>User Interaction:</a:t>
            </a:r>
          </a:p>
          <a:p>
            <a:pPr lvl="1">
              <a:defRPr b="0" sz="2200"/>
            </a:pPr>
            <a:r>
              <a:t>User -&gt; AWS Lex (Chatbot) -&gt; Lambda -&gt; Step Functions</a:t>
            </a:r>
          </a:p>
          <a:p>
            <a:pPr>
              <a:defRPr b="1" sz="2200"/>
            </a:pPr>
            <a:r>
              <a:t>Orchestration:</a:t>
            </a:r>
          </a:p>
          <a:p>
            <a:pPr lvl="1">
              <a:defRPr b="0" sz="2200"/>
            </a:pPr>
            <a:r>
              <a:t>Step Functions manage the sequence of agents (Log Analyzer, Script Generator, etc.).</a:t>
            </a:r>
          </a:p>
          <a:p>
            <a:pPr>
              <a:defRPr b="1" sz="2200"/>
            </a:pPr>
            <a:r>
              <a:t>Execution:</a:t>
            </a:r>
          </a:p>
          <a:p>
            <a:pPr lvl="1">
              <a:defRPr b="0" sz="2200"/>
            </a:pPr>
            <a:r>
              <a:t>Agents run as AWS Lambda functions; JMeter runs as an AWS Fargate Spot task.</a:t>
            </a:r>
          </a:p>
          <a:p>
            <a:pPr>
              <a:defRPr b="1" sz="2200"/>
            </a:pPr>
            <a:r>
              <a:t>Deployment:</a:t>
            </a:r>
          </a:p>
          <a:p>
            <a:pPr lvl="1">
              <a:defRPr b="0" sz="2200"/>
            </a:pPr>
            <a:r>
              <a:t>Git Push -&gt; GitHub Actions -&gt; AWS CDK -&gt; Deploys all infrastructure as code.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Prototype in Action: A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2801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2200"/>
            </a:pPr>
            <a:r>
              <a:t>1. Interact with the Chatbot:</a:t>
            </a:r>
          </a:p>
          <a:p>
            <a:pPr lvl="1">
              <a:defRPr b="0" sz="2200"/>
            </a:pPr>
            <a:r>
              <a:t>Open the AWS Lex console and type: 'Run a load test for 200 users.'</a:t>
            </a:r>
          </a:p>
          <a:p>
            <a:pPr>
              <a:defRPr b="1" sz="2200"/>
            </a:pPr>
            <a:r>
              <a:t>2. Monitor Live Status:</a:t>
            </a:r>
          </a:p>
          <a:p>
            <a:pPr lvl="1">
              <a:defRPr b="0" sz="2200"/>
            </a:pPr>
            <a:r>
              <a:t>Switch to the AWS Step Functions console to see the live, visual graph of the pipeline executing.</a:t>
            </a:r>
          </a:p>
          <a:p>
            <a:pPr>
              <a:defRPr b="1" sz="2200"/>
            </a:pPr>
            <a:r>
              <a:t>3. View Live Logs:</a:t>
            </a:r>
          </a:p>
          <a:p>
            <a:pPr lvl="1">
              <a:defRPr b="0" sz="2200"/>
            </a:pPr>
            <a:r>
              <a:t>Query structured JSON logs in CloudWatch Logs Insights using the unique correlationId for the run.</a:t>
            </a:r>
          </a:p>
          <a:p>
            <a:pPr>
              <a:defRPr b="1" sz="2200"/>
            </a:pPr>
            <a:r>
              <a:t>4. See the Final Report:</a:t>
            </a:r>
          </a:p>
          <a:p>
            <a:pPr lvl="1">
              <a:defRPr b="0" sz="2200"/>
            </a:pPr>
            <a:r>
              <a:t>Open the final report in S3, showing combined metrics and AI-generated recommendations.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 Savings &amp; ROI: The Business Impact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2286000"/>
          <a:ext cx="12801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200400"/>
                <a:gridCol w="3200400"/>
                <a:gridCol w="3200400"/>
              </a:tblGrid>
              <a:tr h="91440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Traditional Manual Approach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Agentic Platform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Savings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Scripting Effort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40-80 hours per test suite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 1 hour (automated)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~98% Reduction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Test Infrastructure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~$500+/mo (always-on)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~$10-30/mo (pay-per-use)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~90-95% Reduction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Reporting Effort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4-8 hours (manual)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 hours (automated)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100% Reduction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Prerequisites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2801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2200"/>
            </a:pPr>
            <a:r>
              <a:t>Prerequisites:</a:t>
            </a:r>
          </a:p>
          <a:p>
            <a:pPr lvl="1">
              <a:defRPr b="0" sz="2200"/>
            </a:pPr>
            <a:r>
              <a:t>An active AWS Account.</a:t>
            </a:r>
          </a:p>
          <a:p>
            <a:pPr lvl="1">
              <a:defRPr b="0" sz="2200"/>
            </a:pPr>
            <a:r>
              <a:t>GitHub Repository with secrets configured for AWS credentials.</a:t>
            </a:r>
          </a:p>
          <a:p>
            <a:pPr lvl="1">
              <a:defRPr b="0" sz="2200"/>
            </a:pPr>
            <a:r>
              <a:t>AWS CDK bootstrapped in the target AWS account/region.</a:t>
            </a:r>
          </a:p>
          <a:p>
            <a:pPr>
              <a:defRPr b="1" sz="2200"/>
            </a:pPr>
            <a:r>
              <a:t>Roadmap:</a:t>
            </a:r>
          </a:p>
          <a:p>
            <a:pPr lvl="1">
              <a:defRPr b="0" sz="2200"/>
            </a:pPr>
            <a:r>
              <a:t>Q1: Deploy the platform and integrate with the e-commerce web app.</a:t>
            </a:r>
          </a:p>
          <a:p>
            <a:pPr lvl="1">
              <a:defRPr b="0" sz="2200"/>
            </a:pPr>
            <a:r>
              <a:t>Q2: Enhance the Report Synthesizer with more advanced ML models.</a:t>
            </a:r>
          </a:p>
          <a:p>
            <a:pPr lvl="1">
              <a:defRPr b="0" sz="2200"/>
            </a:pPr>
            <a:r>
              <a:t>Q3: Implement self-healing capabilities (e.g., auto-remediation suggestions).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
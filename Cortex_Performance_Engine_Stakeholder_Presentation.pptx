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provides a simplified visual flow of the architecture, making it easy for both technical and non-technical stakeholders to understand the process from user input to final notification.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deploy the prototype and integrate it with our primary e-commerce application to validate its business impact.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Diagram: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71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-&gt;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7432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AWS Lex</a:t>
            </a:r>
            <a:br/>
            <a:r>
              <a:t>(Chatbot Interface)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971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-&gt;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AWS Step Functions</a:t>
            </a:r>
            <a:br/>
            <a:r>
              <a:t>(Orchestrator)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971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657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Agentic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743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Log Analyzer (Lambda)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514600"/>
            <a:ext cx="2743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Script Generator (Bedrock)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00400"/>
            <a:ext cx="2743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Test Executor (Fargate Spot)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886200"/>
            <a:ext cx="2743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Report Synthesizer (Bedrock)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2971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27432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2A5"/>
                </a:solidFill>
              </a:defRPr>
            </a:pPr>
            <a:r>
              <a:t>n8n on Fargate</a:t>
            </a:r>
            <a:br/>
            <a:r>
              <a:t>(Notifications &amp; Jira)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Deploy &amp; Validate (This Quarter)</a:t>
            </a:r>
          </a:p>
          <a:p>
            <a:pPr lvl="1">
              <a:defRPr b="0" i="0" sz="2400"/>
            </a:pPr>
            <a:r>
              <a:t>Deploy the Cortex Engine prototype to AWS.</a:t>
            </a:r>
          </a:p>
          <a:p>
            <a:pPr lvl="1">
              <a:defRPr b="0" i="0" sz="2400"/>
            </a:pPr>
            <a:r>
              <a:t>Integrate with the e-commerce application.</a:t>
            </a:r>
          </a:p>
          <a:p>
            <a:pPr lvl="1">
              <a:defRPr b="0" i="0" sz="2400"/>
            </a:pPr>
            <a:r>
              <a:t>Execute baseline tests and validate cost savings and performance metrics.</a:t>
            </a:r>
          </a:p>
          <a:p>
            <a:pPr>
              <a:defRPr b="1" i="0" sz="2400"/>
            </a:pPr>
            <a:r>
              <a:t>Phase 2: Enhance &amp; Expand (Next Quarter)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